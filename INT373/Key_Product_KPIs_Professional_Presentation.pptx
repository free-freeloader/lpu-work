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Product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DAU • MAU • Churn Rate • NPS</a:t>
            </a:r>
          </a:p>
          <a:p>
            <a:r>
              <a:t>Professional Product Metrics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Product KPIs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Measure engagement &amp; retention</a:t>
            </a:r>
          </a:p>
          <a:p>
            <a:r>
              <a:t>• Data-driven decisions</a:t>
            </a:r>
          </a:p>
          <a:p>
            <a:r>
              <a:t>• Product-market fit</a:t>
            </a:r>
          </a:p>
          <a:p>
            <a:r>
              <a:t>• Agile feature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DAU – Daily Active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users performing meaningful action in one day</a:t>
            </a:r>
          </a:p>
          <a:p>
            <a:endParaRPr/>
          </a:p>
          <a:p>
            <a:r>
              <a:t>Formula:</a:t>
            </a:r>
          </a:p>
          <a:p>
            <a:r>
              <a:t>DAU = Active users per 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DAU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800 opened app</a:t>
            </a:r>
          </a:p>
          <a:p>
            <a:r>
              <a:t>500 performed actions</a:t>
            </a:r>
          </a:p>
          <a:p>
            <a:endParaRPr/>
          </a:p>
          <a:p>
            <a:r>
              <a:t>DAU = 500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MAU – Monthly Active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 users active at least once in 30 days</a:t>
            </a:r>
          </a:p>
          <a:p>
            <a:endParaRPr/>
          </a:p>
          <a:p>
            <a:r>
              <a:t>Formula:</a:t>
            </a:r>
          </a:p>
          <a:p>
            <a:r>
              <a:t>MAU = Active users per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MAU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10,000 registered users</a:t>
            </a:r>
          </a:p>
          <a:p>
            <a:r>
              <a:t>3,200 logged in</a:t>
            </a:r>
          </a:p>
          <a:p>
            <a:endParaRPr/>
          </a:p>
          <a:p>
            <a:r>
              <a:t>MAU = 3,200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DAU/MAU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stickiness</a:t>
            </a:r>
          </a:p>
          <a:p>
            <a:endParaRPr/>
          </a:p>
          <a:p>
            <a:r>
              <a:t>Formula:</a:t>
            </a:r>
          </a:p>
          <a:p>
            <a:r>
              <a:t>(DAU / MAU) ×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DAU/MAU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&lt;10% Low</a:t>
            </a:r>
          </a:p>
          <a:p>
            <a:r>
              <a:rPr dirty="0"/>
              <a:t>10–20% Moderate</a:t>
            </a:r>
          </a:p>
          <a:p>
            <a:r>
              <a:rPr dirty="0"/>
              <a:t>20–40% Strong</a:t>
            </a:r>
          </a:p>
          <a:p>
            <a:r>
              <a:rPr dirty="0"/>
              <a:t>&gt;40% Very Strong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Percentage of users who stop using product</a:t>
            </a:r>
          </a:p>
          <a:p>
            <a:endParaRPr/>
          </a:p>
          <a:p>
            <a:r>
              <a:t>Formula:</a:t>
            </a:r>
          </a:p>
          <a:p>
            <a:r>
              <a:t>Users Lost / Users at Start × 100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Start: 1,000</a:t>
            </a:r>
          </a:p>
          <a:p>
            <a:r>
              <a:t>End: 850</a:t>
            </a:r>
          </a:p>
          <a:p>
            <a:endParaRPr/>
          </a:p>
          <a:p>
            <a:r>
              <a:t>Churn = 15%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NPS – Net Promoter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Measures satisfaction &amp; loyalty</a:t>
            </a:r>
          </a:p>
          <a:p>
            <a:endParaRPr/>
          </a:p>
          <a:p>
            <a:r>
              <a:t>Recommendation likelihood (0–10)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NPS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9–10 Promoters</a:t>
            </a:r>
          </a:p>
          <a:p>
            <a:r>
              <a:t>7–8 Passives</a:t>
            </a:r>
          </a:p>
          <a:p>
            <a:r>
              <a:t>0–6 Detractors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NPS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Promoters: 50%</a:t>
            </a:r>
          </a:p>
          <a:p>
            <a:r>
              <a:t>Detractors: 20%</a:t>
            </a:r>
          </a:p>
          <a:p>
            <a:endParaRPr/>
          </a:p>
          <a:p>
            <a:r>
              <a:t>NPS = +30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DAU – Daily Usage</a:t>
            </a:r>
          </a:p>
          <a:p>
            <a:r>
              <a:t>MAU – Monthly Usage</a:t>
            </a:r>
          </a:p>
          <a:p>
            <a:r>
              <a:t>DAU/MAU – Stickiness</a:t>
            </a:r>
          </a:p>
          <a:p>
            <a:r>
              <a:t>Churn – User Loss</a:t>
            </a:r>
          </a:p>
          <a:p>
            <a:r>
              <a:t>NPS – Satisfaction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216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Key Product KPIs</vt:lpstr>
      <vt:lpstr>Why Product KPIs Matter</vt:lpstr>
      <vt:lpstr>DAU – Daily Active Users</vt:lpstr>
      <vt:lpstr>DAU Example</vt:lpstr>
      <vt:lpstr>MAU – Monthly Active Users</vt:lpstr>
      <vt:lpstr>MAU Example</vt:lpstr>
      <vt:lpstr>DAU/MAU Ratio</vt:lpstr>
      <vt:lpstr>DAU/MAU Interpretation</vt:lpstr>
      <vt:lpstr>Churn Rate</vt:lpstr>
      <vt:lpstr>Churn Example</vt:lpstr>
      <vt:lpstr>NPS – Net Promoter Score</vt:lpstr>
      <vt:lpstr>NPS Categories</vt:lpstr>
      <vt:lpstr>NPS Example</vt:lpstr>
      <vt:lpstr>Final Comparison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Product KPIs</dc:title>
  <dc:subject/>
  <dc:creator>harnoor singh</dc:creator>
  <cp:keywords/>
  <dc:description>generated using python-pptx</dc:description>
  <cp:lastModifiedBy>harnoor singh</cp:lastModifiedBy>
  <cp:revision>2</cp:revision>
  <dcterms:created xsi:type="dcterms:W3CDTF">2013-01-27T09:14:16Z</dcterms:created>
  <dcterms:modified xsi:type="dcterms:W3CDTF">2025-12-24T05:45:51Z</dcterms:modified>
  <cp:category/>
</cp:coreProperties>
</file>