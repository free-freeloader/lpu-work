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5" r:id="rId4"/>
    <p:sldId id="276" r:id="rId5"/>
    <p:sldId id="291" r:id="rId6"/>
    <p:sldId id="2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4624" autoAdjust="0"/>
  </p:normalViewPr>
  <p:slideViewPr>
    <p:cSldViewPr snapToGrid="0">
      <p:cViewPr>
        <p:scale>
          <a:sx n="70" d="100"/>
          <a:sy n="70" d="100"/>
        </p:scale>
        <p:origin x="-744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13302"/>
            <a:ext cx="105156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25-01-2025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5816" y="136525"/>
            <a:ext cx="180020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 xmlns="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10540692" y="44450"/>
            <a:ext cx="1626216" cy="768852"/>
          </a:xfrm>
          <a:prstGeom prst="rect">
            <a:avLst/>
          </a:prstGeom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1025"/>
            <a:ext cx="9144000" cy="1294266"/>
          </a:xfrm>
        </p:spPr>
        <p:txBody>
          <a:bodyPr/>
          <a:lstStyle/>
          <a:p>
            <a:r>
              <a:rPr lang="en-IN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UNIT-2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3788"/>
            <a:ext cx="9144000" cy="2244012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Product Manager in Agile Development</a:t>
            </a:r>
            <a:endParaRPr 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09492" cy="43513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of Product Manager in Agile Development.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and Conflict Resolution within Agile Teams.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Team-Based Exercises to Simulate Cross-Functional Collaboration.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Role-Playing Exercises for Agile Roles.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283" y="697868"/>
            <a:ext cx="10515600" cy="877386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Product Manager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9124" y="1631476"/>
            <a:ext cx="6366642" cy="4938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64777" y="1966647"/>
            <a:ext cx="5168464" cy="387924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role of a Product Manager in Agile development is pivotal.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aligning the team’s efforts with the organization's strategic goals while maximizing value delivery.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057" y="1692320"/>
            <a:ext cx="6030167" cy="494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722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32110" y="1897217"/>
            <a:ext cx="6491204" cy="434920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Active Listening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Foster an environment where team members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feel heard and valued.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Clear Expectations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Define roles, responsibilities, and workflows 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upfront to reduce confusion.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3.Conflict Resolution Techniques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root cause analysis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address the 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underlying issue, not just the symptoms.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Communication Practices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Encourage daily stand-ups for transparency.</a:t>
            </a:r>
          </a:p>
          <a:p>
            <a:pPr algn="just"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11013" y="947121"/>
            <a:ext cx="10448499" cy="5241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Effective Communication and Conflict Resolution within Agile Teams</a:t>
            </a:r>
          </a:p>
        </p:txBody>
      </p:sp>
      <p:pic>
        <p:nvPicPr>
          <p:cNvPr id="5" name="Picture 4" descr="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835" y="1869743"/>
            <a:ext cx="4356013" cy="464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232" y="1624084"/>
            <a:ext cx="6635126" cy="523391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97257" y="1137126"/>
            <a:ext cx="10448499" cy="5241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Team-Based Exercises to Simulate Cross-Functional Collaboration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2110" y="1897217"/>
            <a:ext cx="6491204" cy="4349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84510" y="2049617"/>
            <a:ext cx="6491204" cy="4349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Build a Paper Tower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Build the tallest, most stable paper tower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limited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resources.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2.Customer Journey Mapping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Map a user’s journey through a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hypothetical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product.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3.Agile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Lego Game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a product (e.g., a house or vehicle) in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sprints using Lego bricks.</a:t>
            </a: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8" name="Picture 7" descr="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639" y="2071370"/>
            <a:ext cx="6095055" cy="454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232" y="1337481"/>
            <a:ext cx="6785252" cy="51042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1. Product Owner Exercise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Prioritize a product backlog with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conflicting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stakeholder demands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2. Scrum Master Exercise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    Facilitate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 sprint retrospective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team conflicts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   have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arisen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3. Team Member Collaboration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as a cross-functional team to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solve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 complex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problem.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97257" y="472108"/>
            <a:ext cx="10448499" cy="5241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Role-Playing Exercises for Agile Roles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275" y="1657002"/>
            <a:ext cx="6855725" cy="485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273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UNIT-2</vt:lpstr>
      <vt:lpstr>Table of Content</vt:lpstr>
      <vt:lpstr>Role of Product Manager </vt:lpstr>
      <vt:lpstr> Effective Communication and Conflict Resolution within Agile Teams</vt:lpstr>
      <vt:lpstr> Team-Based Exercises to Simulate Cross-Functional Collaboration</vt:lpstr>
      <vt:lpstr> Role-Playing Exercises for Agile Roles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Mittu</dc:creator>
  <cp:lastModifiedBy>SidPC</cp:lastModifiedBy>
  <cp:revision>206</cp:revision>
  <dcterms:created xsi:type="dcterms:W3CDTF">2024-01-05T12:53:00Z</dcterms:created>
  <dcterms:modified xsi:type="dcterms:W3CDTF">2025-01-25T10:39:47Z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7C091719EBE344EF8BB36FD6E682C72E</vt:lpwstr>
  </property>
  <property fmtid="{D5CDD505-2E9C-101B-9397-08002B2CF9AE}" pid="3" name="KSOProductBuildVer">
    <vt:lpwstr>1033-11.2.0.11225</vt:lpwstr>
  </property>
</Properties>
</file>