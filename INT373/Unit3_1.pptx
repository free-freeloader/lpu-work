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75" r:id="rId4"/>
    <p:sldId id="276" r:id="rId5"/>
    <p:sldId id="291" r:id="rId6"/>
    <p:sldId id="296" r:id="rId7"/>
    <p:sldId id="292" r:id="rId8"/>
    <p:sldId id="293" r:id="rId9"/>
    <p:sldId id="295" r:id="rId10"/>
    <p:sldId id="297" r:id="rId11"/>
    <p:sldId id="2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4" autoAdjust="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17830-85D0-4B73-ACD8-E04818CC0805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F52D0-599A-4CE4-82D1-FB926155AD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71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 </a:t>
            </a:r>
            <a:r>
              <a:rPr lang="en-US" dirty="0" err="1" smtClean="0"/>
              <a:t>Jira</a:t>
            </a:r>
            <a:r>
              <a:rPr lang="en-US" dirty="0" smtClean="0"/>
              <a:t> tool to create a roadmap</a:t>
            </a:r>
            <a:r>
              <a:rPr lang="en-US" baseline="0" dirty="0" smtClean="0"/>
              <a:t>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2F52D0-599A-4CE4-82D1-FB926155AD2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41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34291"/>
            <a:ext cx="2628900" cy="54426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34291"/>
            <a:ext cx="7734300" cy="54426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13302"/>
            <a:ext cx="10515600" cy="8773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16" y="136525"/>
            <a:ext cx="1800200" cy="6282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813" t="24036" r="8813" b="24036"/>
          <a:stretch>
            <a:fillRect/>
          </a:stretch>
        </p:blipFill>
        <p:spPr>
          <a:xfrm>
            <a:off x="10540692" y="44450"/>
            <a:ext cx="1626216" cy="768852"/>
          </a:xfrm>
          <a:prstGeom prst="rect">
            <a:avLst/>
          </a:prstGeom>
          <a:ln>
            <a:noFill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41025"/>
            <a:ext cx="9144000" cy="1294266"/>
          </a:xfrm>
        </p:spPr>
        <p:txBody>
          <a:bodyPr/>
          <a:lstStyle/>
          <a:p>
            <a:r>
              <a:rPr lang="en-IN" b="1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UNIT-3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13788"/>
            <a:ext cx="9144000" cy="2244012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Backlog management and prioritization techniques</a:t>
            </a:r>
            <a:endParaRPr lang="en-IN" sz="4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endParaRPr lang="en-IN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5609492" cy="4711654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MoSCoW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Shortest Job First (WSJF)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Product Roadmap and Prioritizing the Backlog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Studies on Customer-Centric Development in Agile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283" y="793403"/>
            <a:ext cx="10515600" cy="87738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Backlog Management and Prioritization Techniques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69124" y="1631476"/>
            <a:ext cx="6366642" cy="49386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746663" y="1828799"/>
            <a:ext cx="9611988" cy="45447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 err="1" smtClean="0">
                <a:latin typeface="Times New Roman" pitchFamily="18" charset="0"/>
                <a:cs typeface="Times New Roman" pitchFamily="18" charset="0"/>
              </a:rPr>
              <a:t>MoSCoW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 Method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MoSCoW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method is a prioritization technique used in Agile development to classify tasks and features based on their importance:-</a:t>
            </a:r>
          </a:p>
          <a:p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M (Must-have)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– Essential features required for the product to function.</a:t>
            </a:r>
          </a:p>
          <a:p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S (Should-have)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– Important features that add significant value but are not critical.</a:t>
            </a:r>
          </a:p>
          <a:p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C (Could-have)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– Nice-to-have features that can be included if time and resources allow.</a:t>
            </a:r>
          </a:p>
          <a:p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W (Won’t-have)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– Features that are out of scope for the current iteration but may be considered later.</a:t>
            </a:r>
          </a:p>
          <a:p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22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32109" y="1897217"/>
            <a:ext cx="7156045" cy="434920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Advantages: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Simple and easy to understand.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Helps in setting clear expectations.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Ensures critical functionality is prioritized.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Challenges: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Subjectivity in classification.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Requires alignment with business goals.</a:t>
            </a:r>
          </a:p>
          <a:p>
            <a:pPr algn="just">
              <a:buNone/>
            </a:pP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1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25232" y="1624084"/>
            <a:ext cx="9719520" cy="5233916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WSJF is a prioritization technique from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SAFe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(Scaled Agile Framework) used to maximize value delivery by ranking features based on their cost of delay and effort required.</a:t>
            </a:r>
          </a:p>
          <a:p>
            <a:r>
              <a:rPr lang="en-US" sz="2400" b="1" dirty="0" smtClean="0"/>
              <a:t>Formula:- </a:t>
            </a:r>
            <a:endParaRPr lang="en-US" sz="2400" dirty="0" smtClean="0"/>
          </a:p>
          <a:p>
            <a:pPr algn="just">
              <a:buNone/>
            </a:pP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where:-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Cost of Delay (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CoD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considers business value, time criticality, and risk reduction.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Job Size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the effort required to complete the task.</a:t>
            </a:r>
          </a:p>
          <a:p>
            <a:pPr algn="just">
              <a:buNone/>
            </a:pP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1346" y="987001"/>
            <a:ext cx="11490278" cy="52417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Backlog Management and Prioritization Techniques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32110" y="1897217"/>
            <a:ext cx="6491204" cy="4349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70611" y="1722070"/>
            <a:ext cx="6171131" cy="46787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Weighted Shortest Job First (WSJF)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54763" y="3795143"/>
            <a:ext cx="3757555" cy="1063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1651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Advantages: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Quantitative and data-driven.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Prioritizes high-value and time-sensitive tasks.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Ensures optimal return on investment.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Challenges: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Requires accurate estimation.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be complex to implement in smaller teams.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07118" y="1937982"/>
            <a:ext cx="11343603" cy="492001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product roadmap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a high-level strategic document that outlines the product vision, goals, and key milestones. It helps teams align their efforts with business objectives and market demands.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Steps to Create a Product Roadmap:-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1. Define the Vision and Goals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Understand customer needs and business objectives.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2. Gather Stakeholder Input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Involve key stakeholders (customers, business leaders, development teams).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3. Prioritize Features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Use techniques like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MoSCoW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WSJF.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4. Set Timelines and Releases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Plan feature releases based on priority and feasibility.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5. Communicate and Update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Continuously refine the roadmap based on feedback and market changes.</a:t>
            </a:r>
          </a:p>
          <a:p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4552" y="1091821"/>
            <a:ext cx="10448499" cy="50496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Product Roadmap and Prioritizing the Backlog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51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848322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Prioritizing the Backlog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Align backlog items with the roadmap.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prioritization frameworks like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MoSCoW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WSJF.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Regularly review and refine based on customer feedback.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Balance between innovation, technical debt, and business needs.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025" y="867893"/>
            <a:ext cx="11727975" cy="877386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Studies on Customer-Centric Development in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575042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Case Study 1: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Spotify’s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Squad Model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Spotify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adopted 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customer-centric squad model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enhance its Agile development. Each squad worked autonomously on a specific feature, focusing on user experience and real-time feedback.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Impact: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Faster feature deployment, higher customer satisfaction, and adaptability to user preferences.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Case Study 2: Amazon’s "Working Backwards" Approach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Amazon prioritizes customer needs using a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working backward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methodology. Teams start with an imagined press release or FAQ to clarify customer benefits before building a product.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Impact: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Customer-focused innovation and high success rate for new product features.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Case Study 3: Tesla’s Agile Hardware Development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Tesla applies Agile principles to hardware development by continuously gathering user feedback and pushing over-the-air updates for car software.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Impact: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Rapid iteration, improved customer experience, and industry leadership in innovation.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1919</TotalTime>
  <Words>596</Words>
  <Application>Microsoft Office PowerPoint</Application>
  <PresentationFormat>Widescreen</PresentationFormat>
  <Paragraphs>64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UNIT-3</vt:lpstr>
      <vt:lpstr>Table of Content</vt:lpstr>
      <vt:lpstr>Backlog Management and Prioritization Techniques</vt:lpstr>
      <vt:lpstr>PowerPoint Presentation</vt:lpstr>
      <vt:lpstr>Backlog Management and Prioritization Techniques</vt:lpstr>
      <vt:lpstr>PowerPoint Presentation</vt:lpstr>
      <vt:lpstr>Creating a Product Roadmap and Prioritizing the Backlog</vt:lpstr>
      <vt:lpstr>PowerPoint Presentation</vt:lpstr>
      <vt:lpstr>Case Studies on Customer-Centric Development in Agile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Sumit Mittu</dc:creator>
  <cp:lastModifiedBy>harnoor singh</cp:lastModifiedBy>
  <cp:revision>259</cp:revision>
  <dcterms:created xsi:type="dcterms:W3CDTF">2024-01-05T12:53:00Z</dcterms:created>
  <dcterms:modified xsi:type="dcterms:W3CDTF">2025-07-24T06:35:48Z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7C091719EBE344EF8BB36FD6E682C72E</vt:lpwstr>
  </property>
  <property fmtid="{D5CDD505-2E9C-101B-9397-08002B2CF9AE}" pid="3" name="KSOProductBuildVer">
    <vt:lpwstr>1033-11.2.0.11225</vt:lpwstr>
  </property>
</Properties>
</file>