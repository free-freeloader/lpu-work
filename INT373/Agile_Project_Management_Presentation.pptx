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Management in Agile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Agile Project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Agile is a flexible, iterative approach focused on customer value.</a:t>
            </a:r>
          </a:p>
          <a:p>
            <a:r>
              <a:rPr dirty="0"/>
              <a:t>• Projects are broken into small, manageable sprints (1–4 weeks).</a:t>
            </a:r>
          </a:p>
          <a:p>
            <a:r>
              <a:rPr dirty="0"/>
              <a:t>• Teams deliver working increments frequently.</a:t>
            </a:r>
          </a:p>
          <a:p>
            <a:endParaRPr dirty="0"/>
          </a:p>
          <a:p>
            <a:r>
              <a:rPr dirty="0"/>
              <a:t>💡 Example: A team releases a new feature every 2 weeks and collects user feedback.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Principles of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1. Early &amp; continuous delivery</a:t>
            </a:r>
          </a:p>
          <a:p>
            <a:r>
              <a:t>2. Welcome change</a:t>
            </a:r>
          </a:p>
          <a:p>
            <a:r>
              <a:t>3. Frequent delivery</a:t>
            </a:r>
          </a:p>
          <a:p>
            <a:r>
              <a:t>4. Collaboration between business &amp; developers</a:t>
            </a:r>
          </a:p>
          <a:p>
            <a:r>
              <a:t>5. Motivated teams</a:t>
            </a:r>
          </a:p>
          <a:p>
            <a:r>
              <a:t>6. Face-to-face communication</a:t>
            </a:r>
          </a:p>
          <a:p>
            <a:r>
              <a:t>7. Working software as progress</a:t>
            </a:r>
          </a:p>
          <a:p>
            <a:r>
              <a:t>8. Sustainable development</a:t>
            </a:r>
          </a:p>
          <a:p>
            <a:r>
              <a:t>9. Technical excellence</a:t>
            </a:r>
          </a:p>
          <a:p>
            <a:r>
              <a:t>10. Simplicity</a:t>
            </a:r>
          </a:p>
          <a:p>
            <a:r>
              <a:t>11. Self-organizing teams</a:t>
            </a:r>
          </a:p>
          <a:p>
            <a:r>
              <a:t>12. Regular reflection &amp; improvement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Product Lifecycle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Stages:</a:t>
            </a:r>
          </a:p>
          <a:p>
            <a:r>
              <a:t>1. Ideation / Concept</a:t>
            </a:r>
          </a:p>
          <a:p>
            <a:r>
              <a:t>2. Roadmap Development</a:t>
            </a:r>
          </a:p>
          <a:p>
            <a:r>
              <a:t>3. Release Planning</a:t>
            </a:r>
          </a:p>
          <a:p>
            <a:r>
              <a:t>4. Sprint Planning &amp; Development</a:t>
            </a:r>
          </a:p>
          <a:p>
            <a:r>
              <a:t>5. Validation &amp; Feedback</a:t>
            </a:r>
          </a:p>
          <a:p>
            <a:r>
              <a:t>6. Deployment &amp; Maintenance</a:t>
            </a:r>
          </a:p>
          <a:p>
            <a:r>
              <a:t>7. Retirement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Agile Lifecycle Flow (Flat Flowchart)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 → Plan → Build → Test → Deploy → Feedback → Improve (repeat)</a:t>
            </a:r>
          </a:p>
          <a:p>
            <a:endParaRPr/>
          </a:p>
          <a:p>
            <a:r>
              <a:t>🔁 Represents continuous iteration and delivery in Agile.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Roles in Agile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Owner: Defines product vision, manages backlog.</a:t>
            </a:r>
          </a:p>
          <a:p>
            <a:r>
              <a:t>• Scrum Master: Facilitates the process, removes blockers.</a:t>
            </a:r>
          </a:p>
          <a:p>
            <a:r>
              <a:t>• Development Team: Designs, develops, and tests features.</a:t>
            </a:r>
          </a:p>
          <a:p>
            <a:r>
              <a:t>• Stakeholders: Provide feedback and business direction.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 strategic plan that defines the vision, direction, and progress of a product over time.</a:t>
            </a:r>
          </a:p>
          <a:p>
            <a:endParaRPr/>
          </a:p>
          <a:p>
            <a:r>
              <a:t>Types of Roadmaps:</a:t>
            </a:r>
          </a:p>
          <a:p>
            <a:r>
              <a:t>• Goal-Oriented</a:t>
            </a:r>
          </a:p>
          <a:p>
            <a:r>
              <a:t>• Feature-Based</a:t>
            </a:r>
          </a:p>
          <a:p>
            <a:r>
              <a:t>• Theme-Based</a:t>
            </a:r>
          </a:p>
          <a:p>
            <a:r>
              <a:t>• Hybrid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Create a 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Vision</a:t>
            </a:r>
          </a:p>
          <a:p>
            <a:r>
              <a:t>2. Gather Requirements</a:t>
            </a:r>
          </a:p>
          <a:p>
            <a:r>
              <a:t>3. Identify Epics &amp; Features</a:t>
            </a:r>
          </a:p>
          <a:p>
            <a:r>
              <a:t>4. Prioritize (MoSCoW / RICE)</a:t>
            </a:r>
          </a:p>
          <a:p>
            <a:r>
              <a:t>5. Estimate Releases</a:t>
            </a:r>
          </a:p>
          <a:p>
            <a:r>
              <a:t>6. Build and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Backlog: Prioritized list of all tasks &amp; features.</a:t>
            </a:r>
          </a:p>
          <a:p>
            <a:r>
              <a:t>• Sprint Backlog: Subset chosen for a specific sprint.</a:t>
            </a:r>
          </a:p>
          <a:p>
            <a:endParaRPr/>
          </a:p>
          <a:p>
            <a:r>
              <a:t>User Story Format:</a:t>
            </a:r>
          </a:p>
          <a:p>
            <a:r>
              <a:t>“As a [user], I want [feature] so that [benefit].”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Release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Release Plan:</a:t>
            </a:r>
          </a:p>
          <a:p>
            <a:endParaRPr/>
          </a:p>
          <a:p>
            <a:r>
              <a:t>Release 1.0 → Login, Dashboard, Soil Health</a:t>
            </a:r>
          </a:p>
          <a:p>
            <a:r>
              <a:t>Release 1.1 → Fertilizer Suggestions</a:t>
            </a:r>
          </a:p>
          <a:p>
            <a:r>
              <a:t>Release 2.0 → AI-based Pest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for Roadmap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Jira Roadmaps</a:t>
            </a:r>
          </a:p>
          <a:p>
            <a:r>
              <a:t>• Aha!</a:t>
            </a:r>
          </a:p>
          <a:p>
            <a:r>
              <a:t>• Monday.com</a:t>
            </a:r>
          </a:p>
          <a:p>
            <a:r>
              <a:t>• Trello</a:t>
            </a:r>
          </a:p>
          <a:p>
            <a:r>
              <a:t>• Azure DevOps</a:t>
            </a:r>
          </a:p>
          <a:p>
            <a:r>
              <a:t>• Miro</a:t>
            </a:r>
          </a:p>
          <a:p>
            <a:r>
              <a:t>• Notion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Best Practices for Roadmap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Keep roadmap high-level.</a:t>
            </a:r>
          </a:p>
          <a:p>
            <a:r>
              <a:t>✅ Update after each sprint.</a:t>
            </a:r>
          </a:p>
          <a:p>
            <a:r>
              <a:t>✅ Focus on customer value.</a:t>
            </a:r>
          </a:p>
          <a:p>
            <a:r>
              <a:t>✅ Align teams &amp; stakeholders.</a:t>
            </a:r>
          </a:p>
          <a:p>
            <a:r>
              <a:t>✅ Visualize dependencies and milestones.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vs Waterfall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Waterfall: Linear, Fixed, Late Feedback, Low Flexibility</a:t>
            </a:r>
          </a:p>
          <a:p>
            <a:r>
              <a:t>Agile: Iterative, Adaptive, Continuous Feedback, High Flexibility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Agile focuses on iterative delivery and collaboration.</a:t>
            </a:r>
          </a:p>
          <a:p>
            <a:r>
              <a:t>• Product lifecycle ensures adaptability.</a:t>
            </a:r>
          </a:p>
          <a:p>
            <a:r>
              <a:t>• Roadmaps align vision and execution.</a:t>
            </a:r>
          </a:p>
          <a:p>
            <a:r>
              <a:t>• Continuous feedback improves product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491</Words>
  <Application>Microsoft Office PowerPoint</Application>
  <PresentationFormat>On-screen Show (4:3)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Project Management in Agile</vt:lpstr>
      <vt:lpstr>What is Agile Project Management?</vt:lpstr>
      <vt:lpstr>12 Principles of Agile</vt:lpstr>
      <vt:lpstr>Agile Product Lifecycle Overview</vt:lpstr>
      <vt:lpstr>Agile Lifecycle Flow (Flat Flowchart)</vt:lpstr>
      <vt:lpstr>Key Roles in Agile Lifecycle</vt:lpstr>
      <vt:lpstr>Product Roadmap Development</vt:lpstr>
      <vt:lpstr>Steps to Create a Product Roadmap</vt:lpstr>
      <vt:lpstr>Backlog Management</vt:lpstr>
      <vt:lpstr>Agile Release Planning</vt:lpstr>
      <vt:lpstr>Tools for Roadmap Development</vt:lpstr>
      <vt:lpstr>Best Practices for Roadmap Development</vt:lpstr>
      <vt:lpstr>Agile vs Waterfall Comparison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in Agile</dc:title>
  <dc:subject/>
  <dc:creator>harnoor singh</dc:creator>
  <cp:keywords/>
  <dc:description>generated using python-pptx</dc:description>
  <cp:lastModifiedBy>harnoor singh</cp:lastModifiedBy>
  <cp:revision>3</cp:revision>
  <dcterms:created xsi:type="dcterms:W3CDTF">2013-01-27T09:14:16Z</dcterms:created>
  <dcterms:modified xsi:type="dcterms:W3CDTF">2025-11-12T08:27:22Z</dcterms:modified>
  <cp:category/>
</cp:coreProperties>
</file>